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04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 講稿】
本日はお時間をいただきありがとうございます。
「Microsoft 365 Copilot 社内安全利用ガイド」と題しまして、
約10分間で Copilot を企業内で安全に活用するための
情報保護・リスク管理の仕組みをご説明いたします。
本日お伝えする内容はすべて、現在ご利用の M365 E5 ライセンスに含まれている機能です。
追加の費用は発生しません。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【スライド2 講稿】
本日は以下の順序でご説明します。
まず Copilot のセキュリティモデルの概要をご理解いただいた上で、
情報保護・データ損失防護・内部リスク管理・倫理的利用・データ評価
という5つの柱に沿って、具体的な設定と管理方法をご説明します。
最後にまとめと次のステップをご提示します。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【スライド3 講稿】
Copilot のセキュリティモデルの核心は「既存のアクセス権を継承する」という点です。
つまり、ユーザーが本来アクセスできないファイルは Copilot も参照しません。
しかし逆に言えば、「誰でも見られる状態」になっているファイルは、Copilot を通じて誰にでも要約・引用されます。
最大のリスクは「過剰共有」です。全員に公開されている機密文書、ラベルのないファイルが
Copilot 経由で意図せず開示されることが最大の懸念点です。
これらすべての対策は、E5 ライセンスに含まれている Purview・Defender・Security Copilot で実現できます。
出典: Microsoft Learn「Microsoft 365 Copilot データ、プライバシー、セキュリティ」
https://learn.microsoft.com/ja-jp/microsoft-365/copilot/microsoft-365-copilot-privacy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【スライド4 講稿】
情報保護の核心は「秘密度ラベル」です。
Microsoft Purview を使って、社内のコンテンツを4段階に分類します。
「公開」「内部限定」「社外秘」「極秘」の4段階で、
特に「極秘」ラベルが付いたファイルは、DLP ポリシーと連携して
Copilot が参照・要約できない設定にします。
この自動ラベル付け機能は、マイナンバーや金融口座情報などを含むファイルを
自動的に検出して分類します。これはE5ライセンスに含まれる機能です。
Cloud PC 上の Word・Excel・PowerPoint・OneDrive のファイルにも
適用されるため、シンクライアント環境でも有効です。
出典: Microsoft Purview 情報保護
https://learn.microsoft.com/ja-jp/purview/information-protection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【スライド5 講稿】
データ損失防護（DLP）は、Copilot を通じた情報漏洩を防ぐための中核機能です。
フローとしては、ユーザーが Copilot に質問する際に、
参照しようとするコンテンツを DLP ポリシーがリアルタイムで検査し、
「極秘」ラベルが付いたコンテンツへのアクセスを Copilot がブロックします。
特に重要なのは、Exchange・SharePoint・OneDrive・Teams・Copilot・Power BI と
全サービスを一つの DLP ポリシーで一元管理できる点です。
2025年7月以降、「Microsoft 365 Copilot」が DLP の適用ロケーションとして
正式に追加されています。
これらはすべて E5 付属の Purview で設定でき、追加費用は発生しません。
出典: Microsoft「Copilot インタラクションを保護するための DLP」
https://learn.microsoft.com/en-us/purview/dlp-microsoft365-copilot-location-learn-about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【スライド6 講稿】
内部リスク管理（IRM）は、社員による意図的・非意図的な情報漏洩リスクを
AI でリアルタイムに検知する機能です。
Copilot の導入により、社員が大量の社内データに自然言語でアクセスできるようになります。
これは生産性向上のメリットがある一方で、退職予定者の大量ダウンロードや
管理者権限の乱用といった内部リスクの表面化も懸念されます。
特に E5 専用機能の「アダプティブ保護」が重要です。
これはリスクレベルに応じてDLP制限を動的に変化させる機能で、
例えばリスクが高いと判定されたユーザーには自動的に外部共有をブロックします。
プライバシー保護の観点から、IRM のアラート内容は権限のある担当者のみが閲覧できます。
出典: Microsoft「Insider Risk Management について」
https://learn.microsoft.com/ja-jp/purview/insider-risk-management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【スライド7 講稿】
Copilot の倫理的な利用管理は、技術的な設定と運用ポリシーの両面が必要です。
まず懸念される4つのリスクをご覧ください。
ハラスメント的な利用、機密情報の意図的な抽出、競合情報の収集、
そしてAI生成物の無検証利用です。
これらに対応するのが E5 付属の「Communication Compliance」です。
Copilot のプロンプトと応答を自動的にスキャンし、
不適切なコンテンツを検出・アラートする機能です。
また「Purview AI Hub」の DSPM for AI 機能を使えば、
テナント全体の Copilot 利用リスクをダッシュボードで可視化できます。
技術的な制御とあわせて、AI 利用規定の整備とユーザー研修も重要です。
これは国際規格の ISO/IEC 42001（AI マネジメントシステム）でも
推奨されている組織的アプローチです。
出典: Microsoft「Communication Compliance について」
https://learn.microsoft.com/ja-jp/purview/communication-compliance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【スライド8 講稿】
データ評価は Copilot 導入の「前」と「後」の両方で継続的に実施する必要があります。
4つの評価領域があります。
①過剰共有の調査：SharePoint Advanced Management（SAM）と AvePoint を使って
全サイトのアクセス権を棚卸しします。SAMはM365 Copilot ライセンスに付属しています。
②ラベル適用状況の評価：Purview の Activity Explorer でラベル未適用ファイルを特定し、
自動ラベル付けポリシーで対応します。
③Copilot 利用状況の監視：Purview AI Hub の「DSPM for AI」で
Copilot の利用リスクをダッシュボードで可視化します。
④継続的なリスク評価：Microsoft Secure Score を月次で確認し、
Security Copilot が推奨する改善事項を実施します。
これらの評価活動は、E5 の付属機能だけで実施可能です。
出典: DSPM for AI
https://learn.microsoft.com/en-us/purview/ai-microsoft-purview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【スライド9 講稿】
本スライドは E5 ライセンスだけで構成できる Copilot セキュリティスタックの全体像です。
4つの層に分けて整理しています。
【情報保護層】Purview の秘密度ラベルと DLP が、Copilot がアクセスできる情報を制御します。
【リスク検知層】Insider Risk Management と Communication Compliance が、
内部からの不正利用・倫理的逸脱を検知します。
【脅威防御層】Defender XDR が外部脅威から Cloud PC と M365 を守り、
Security Copilot が AI で脅威分析を自動化します。
【可視化・評価層】DSPM for AI と Secure Score で常に組織のセキュリティ状態を把握します。
これらはすべて追加費用なしで、現在の E5 ライセンスで利用できます。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【スライド10 講稿】
本日のまとめです。
Copilot のセキュリティ確保において最も重要な4つのポイントをお伝えしました。
1点目：最大のリスクは「過剰共有」です。AvePoint と SAM を使った棚卸しが必須です。
2点目：秘密度ラベルとDLPの組み合わせが情報保護の核心です。
3点目：内部リスクと倫理的な利用逸脱は、IRM と Communication Compliance で監視します。
4点目：これらはすべて現在の E5 ライセンスで実現でき、追加費用は発生しません。
推奨アクションとして、まずAvePointによる過剰共有調査を実施し、
次に秘密度ラベルとDLPを設定した上で、30〜50名のパイロット展開から開始することをお勧めします。
ご質問・ご意見がございましたら、IT管理部門にお声がけください。
本日はご清聴ありがとうございました。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B7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0AA89E">
              <a:alpha val="20000"/>
            </a:srgbClr>
          </a:solidFill>
          <a:ln w="12700">
            <a:solidFill>
              <a:srgbClr val="0AA89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926080" cy="2926080"/>
          </a:xfrm>
          <a:prstGeom prst="ellipse">
            <a:avLst/>
          </a:prstGeom>
          <a:solidFill>
            <a:srgbClr val="0D7B76">
              <a:alpha val="15000"/>
            </a:srgbClr>
          </a:solidFill>
          <a:ln w="12700">
            <a:solidFill>
              <a:srgbClr val="0D7B7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E5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社内安全利用ガイド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 Azure / Microsoft 365 を活用した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情報保護・リスク管理の実践 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486400" cy="36576"/>
          </a:xfrm>
          <a:prstGeom prst="rect">
            <a:avLst/>
          </a:prstGeom>
          <a:solidFill>
            <a:srgbClr val="0D7B7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</a:t>
            </a:r>
            <a:r>
              <a:rPr lang="en-US" sz="1200" dirty="0" err="1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経営層・IT管理責任者</a:t>
            </a:r>
            <a:r>
              <a:rPr lang="en-US" sz="12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部門：</a:t>
            </a:r>
            <a:r>
              <a:rPr lang="en-US" sz="12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IT管理部門　　</a:t>
            </a:r>
            <a:r>
              <a:rPr lang="en-US" sz="1200" b="1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作成日：</a:t>
            </a:r>
            <a:r>
              <a:rPr lang="en-US" sz="12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25603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457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" y="1380744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380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3624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セキュリティの概要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901952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88366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情報保護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" y="2423160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24048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データ損失防護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44368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内部リスク管理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3465576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4472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倫理的利用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Unethical Behavior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" y="3986784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396849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データ評価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Assessment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" y="4507992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4507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448970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まとめ・次のステップ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834640" y="365760"/>
            <a:ext cx="612648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530352"/>
            <a:ext cx="475488" cy="47548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584448" y="43891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情報保護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584448" y="777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秘密度ラベル・暗号化・Purview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834640" y="365760"/>
            <a:ext cx="54864" cy="804672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34640" y="1298448"/>
            <a:ext cx="612648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1463040"/>
            <a:ext cx="475488" cy="47548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584448" y="137160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データ損失防護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3584448" y="1709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DLPポリシー・Copilot への適用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2834640" y="1298448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834640" y="2231136"/>
            <a:ext cx="612648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232" y="2395728"/>
            <a:ext cx="475488" cy="47548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3584448" y="230428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内部リスク管理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3584448" y="26426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異常行動の検知・アラート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2834640" y="2231136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2834640" y="3163824"/>
            <a:ext cx="612648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9232" y="3328416"/>
            <a:ext cx="475488" cy="4754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584448" y="323697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倫理的利用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3584448" y="357530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AI利用ポリシー・Communication Compliance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2834640" y="3163824"/>
            <a:ext cx="54864" cy="8046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2834640" y="4096512"/>
            <a:ext cx="612648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4261104"/>
            <a:ext cx="475488" cy="4754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3584448" y="416966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データ評価</a:t>
            </a:r>
            <a:endParaRPr lang="en-US" sz="1400" dirty="0"/>
          </a:p>
        </p:txBody>
      </p:sp>
      <p:sp>
        <p:nvSpPr>
          <p:cNvPr id="48" name="Text 41"/>
          <p:cNvSpPr/>
          <p:nvPr/>
        </p:nvSpPr>
        <p:spPr>
          <a:xfrm>
            <a:off x="3584448" y="45079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 for AI・アクセス権棚卸し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2834640" y="4096512"/>
            <a:ext cx="54864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　Copilot と情報セキュリティの概要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749808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は既存のアクセス権を継承します。ユーザーがアクセスできるデータのみを参照します。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88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788920" cy="502920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80136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8013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テナント境界内で処理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33172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プロンプト・応答はMicrosoft 365テナント内で処理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880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Azure OpenAI Service を経由（一般AI非使用）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42900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LLMのトレーニングには使用されない（GDPR準拠）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4553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 Learn「M365 Copilot プライバシー」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00400" y="1737360"/>
            <a:ext cx="2788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737360"/>
            <a:ext cx="2788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801368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18013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セキュリティの最大リスク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233172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過剰共有されたファイルが Copilot で参照される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337560" y="2880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ラベルのない機密ファイルがAIに引用される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37560" y="342900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権限整備なしの Copilot 導入は情報漏洩リスク大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291840" y="4553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Microsoft「Copilot 導入ガイド 2025」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126480" y="1737360"/>
            <a:ext cx="278892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26480" y="173736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80136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75120" y="18013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E5で利用できる対策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233172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Microsoft Purview（秘密度ラベル・DLP・IRM）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263640" y="2880360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Microsoft Defender XDR（脅威検知）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263640" y="34290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Security Copilot（AI による自動監視）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217920" y="45537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すべてE5ライセンス付属・追加費用なし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B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情報保護（Information Protection）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ツール: Microsoft Purview 情報保護　✅ E5付属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秘密度ラベル体系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188720"/>
            <a:ext cx="2011680" cy="5669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極秘  /  Highly Confidential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" y="1901952"/>
            <a:ext cx="2743200" cy="566928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90195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社外秘  /  Confidential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" y="2615184"/>
            <a:ext cx="3474720" cy="566928"/>
          </a:xfrm>
          <a:prstGeom prst="rect">
            <a:avLst/>
          </a:prstGeom>
          <a:solidFill>
            <a:srgbClr val="0D7B76">
              <a:alpha val="85000"/>
            </a:srgbClr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" y="261518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内部限定  /  Internal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3328416"/>
            <a:ext cx="4114800" cy="566928"/>
          </a:xfrm>
          <a:prstGeom prst="rect">
            <a:avLst/>
          </a:prstGeom>
          <a:solidFill>
            <a:srgbClr val="059669">
              <a:alpha val="8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332841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  /  Public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114800"/>
            <a:ext cx="420624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極秘ラベル付きファイルは Copilot が参照不可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" y="4389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ポリシーと連携して自動的にブロック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設定の流れ（Purview ポータル）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207008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170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秘密度ラベルの作成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444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→ 情報の保護 → ラベル → 作成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4段階のラベル体系を設定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157984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121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SharePoint/OneDriveで有効化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23957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Set-SPOTenant -EnableAIPIntegration $true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PC 上のファイルにラベルが適用される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自動ラベル付けポリシー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3467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サービス側で大規模自動適用（E5専用）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マイナンバー・金融情報を自動検出・ラベル付け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059936"/>
            <a:ext cx="347472" cy="347472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BIでのラベル適用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4297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管理ポータル → テナント設定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秘密度ラベルを適用 → 有効化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 Learn「Microsoft Purview 情報保護」https://learn.microsoft.com/ja-jp/purview/information-protection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データ損失防護（Data Loss Prevention）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ツール: Microsoft Purview DLP　✅ E5付属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の DLP 保護フロー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07008"/>
            <a:ext cx="1965960" cy="804672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2070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Copilotに質問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536192"/>
            <a:ext cx="320040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207008"/>
            <a:ext cx="196596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12070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DLPポリシーが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コンテンツを検査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536192"/>
            <a:ext cx="320040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07008"/>
            <a:ext cx="196596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12070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・機密情報を検出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1536192"/>
            <a:ext cx="320040" cy="14630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207008"/>
            <a:ext cx="1965960" cy="8046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207008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ブロック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警告メッセージ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2128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ポリシー適用スコープ（Purview で一元設定）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78608"/>
          <a:ext cx="8595360" cy="21762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適用場所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検出条件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アクション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メール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秘密度ラベル（極秘）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送信ブロック + 管理者通知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/ OneDrive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マイナンバー・金融口座情報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外部共有ブロック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チャット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個人情報・パスポート番号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警告メッセージ表示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7C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Copilot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7C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極秘ラベル付きコンテンツ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7C1D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Copilot応答をブロック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機密情報の種類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レポート共有制限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2025年7月〜GA対応。E5ライセンスに付属。  出典: Microsoft「DLP to protect Copilot interactions」https://learn.microsoft.com/en-us/purview/dlp-microsoft365-copilot-location-learn-about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　内部リスク管理（Insider Risk Management）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ツール: Microsoft Purview IRM　✅ E5付属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利用時の内部リスクシナリオ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" cy="7863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25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退職予定者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15179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退職前の大量ダウンロード・外部送信を検知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103120"/>
            <a:ext cx="411480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103120"/>
            <a:ext cx="54864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2157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特権アクセス乱用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0120" y="2450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管理者権限での機密ファイル大量閲覧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3035808"/>
            <a:ext cx="411480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35808"/>
            <a:ext cx="54864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1868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090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意図せぬ過剰利用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への不適切な情報入力・プロンプト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968496"/>
            <a:ext cx="4114800" cy="78638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968496"/>
            <a:ext cx="54864" cy="786384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5137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異常なデータ操作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60120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大量コピー・削除・Cloud PC セッション中の不審操作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IRM の設定アプローチ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663440" y="137160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66344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74920" y="1170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ポリシー作成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74920" y="14996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→ Insider Risk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ポリシー → データ漏洩テンプレートを選択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63440" y="230428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6344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07492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検知条件の設定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074920" y="24323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・大量ダウンロード（1時間に10件以上）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・外部送信・機密ラベル付きファイルの操作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663440" y="323697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663440" y="3236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074920" y="3035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Protection（✅ E5専用）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074920" y="33649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リスクレベルに応じ DLP 制限を動的強化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リスク低：警告のみ　高：即座にブロック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663440" y="416966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66344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5074920" y="39684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アラートとレビュー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5074920" y="4297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セキュリティ担当者へアラート通知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調査権限を持つ担当者のみが内容閲覧可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 Purview「Insider Risk Management」https://learn.microsoft.com/ja-jp/purview/insider-risk-management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倫理的利用管理（Unethical Behavior）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ツール: Communication Compliance + Purview AI Hub　✅ E5付属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利用における倫理的リスク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07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207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差別的・ハラスメント的プロンプト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490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に不適切な言語・差別表現を入力させ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その結果を業務利用するリスク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66544"/>
            <a:ext cx="54864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03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社外秘情報の意図的な抽出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23865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プロンプトで機密情報を巧みに引き出し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外部に流出させようとする行為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6265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62656"/>
            <a:ext cx="54864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999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不正競合情報の収集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2826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競合他社の情報収集・価格操作などに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AIを悪用するコンプライアンス違反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8587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58768"/>
            <a:ext cx="54864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38953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AI生成物の不適切な使用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4178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が生成した偽情報・誤情報を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確認なしにそのまま業務利用するリスク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777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対策：Communication Compliance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0624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170432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3533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30368" y="12070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プロンプト・応答の監視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230368" y="149047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Compliance ポリシーで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の会話を自動スキャン（E5付属）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066544"/>
            <a:ext cx="420624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066544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24942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30368" y="2103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不適切なコンテンツの検出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30368" y="23865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ハラスメント・差別的表現・機密語句を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キーワードポリシーで自動検出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962656"/>
            <a:ext cx="420624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62656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14553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30368" y="29992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AI Hub でリスク可視化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30368" y="328269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 for AI を使用して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利用リスクを一元的に可視化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858768"/>
            <a:ext cx="4206240" cy="749808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3858768"/>
            <a:ext cx="54864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0416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30368" y="38953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AI利用ポリシーの策定・周知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30368" y="41788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利用規定の整備 + 定期的なユーザー研修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Communication Compliance でポリシー遵守を監視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Microsoft「Communication Compliance」https://learn.microsoft.com/ja-jp/purview/communication-compliance  ／  ISO/IEC 42001:2023（AI マネジメントシステム規格）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　データ評価（Data Assessment）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ツール: Purview DSPM for AI + SAM + AvePoint　✅ E5付属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導入前・導入後のデータ評価 4領域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297680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297680" cy="411480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161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16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過剰共有の調査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6459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Advanced Management（SAM）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「全員」「認証済みユーザー」共有サイトを洗い出し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AvePoint Insights でファイルレベルまで分析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外部ゲストの長期アクセスを棚卸し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70432"/>
            <a:ext cx="4297680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70432"/>
            <a:ext cx="42976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161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216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ラベル適用状況の評価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19472" y="16459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アクティビティエクスプローラーで確認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ラベル未適用ファイルの比率を把握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自動ラベル付けシミュレーションを実施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レポートのラベル適用状況確認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090672"/>
            <a:ext cx="4297680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090672"/>
            <a:ext cx="4297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13639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Copilot 利用状況の監視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38912" y="3566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DSPM for AI（Purview AI Hub）で可視化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プロンプト・応答の監査ログ（Purview監査）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違反発生件数・傾向の追跡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管理センターの利用状況レポートで ROI 評価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54880" y="3090672"/>
            <a:ext cx="4297680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1B2F4E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090672"/>
            <a:ext cx="4297680" cy="41148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13639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5232" y="3136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継続的なリスク評価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919472" y="3566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Secure Score で総合評価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Copilot による推奨事項の自動生成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月次セキュリティレビュー（Defender ダッシュボード）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四半期ごとのアクセス権棚卸し（AvePoint）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Microsoft「DSPM for AI」https://learn.microsoft.com/en-us/purview/ai-microsoft-purview  ／  Microsoft「Secure Score」https://learn.microsoft.com/ja-jp/defender-xdr/microsoft-secure-score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F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E5ライセンスで実現する Copilot セキュリティスタック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すべて追加費用なし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005840"/>
          </a:xfrm>
          <a:prstGeom prst="rect">
            <a:avLst/>
          </a:prstGeom>
          <a:solidFill>
            <a:srgbClr val="0D7B76">
              <a:alpha val="12000"/>
            </a:srgbClr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1417320" cy="1005840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情報保護層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8961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Microsoft Purview 情報保護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26187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秘密度ラベル・自動分類・暗号化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896112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DLP（Copilot含む全チャネル）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261872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極秘ラベル付きコンテンツへのCopilotアクセスをブロック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100584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38528"/>
            <a:ext cx="14173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38528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リスク検知層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029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Insider Risk Management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3957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退職予定者・大量操作・異常行動の自動検知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960" y="20299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Communication Compliance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395728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Copilotプロンプト・応答の不適切利用を監視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8595360" cy="100584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72384"/>
            <a:ext cx="14173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72384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脅威防御層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1638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Microsoft Defender XDR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52958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エンドポイント・メール・クラウドの統合脅威防御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24612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Security Copilot（E5自動付属）</a:t>
            </a:r>
            <a:r>
              <a:rPr lang="ja-JP" altLang="ja-JP" sz="1100"/>
              <a:t> E5付帯のSCU数には月間上限があります。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529584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AIによる脅威の自動分析・CA最適化エージェント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100584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141732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0624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可視化・評価層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429768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DSPM for AI / Purview AI Hub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74520" y="4663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Copilot利用リスクの可視化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429768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Microsoft Secure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46634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組織全体のセキュリティスコアと改善推奨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7B76">
              <a:alpha val="15000"/>
            </a:srgbClr>
          </a:solidFill>
          <a:ln w="12700">
            <a:solidFill>
              <a:srgbClr val="0D7B7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AA89E">
              <a:alpha val="12000"/>
            </a:srgbClr>
          </a:solidFill>
          <a:ln w="12700">
            <a:solidFill>
              <a:srgbClr val="0AA89E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まとめ・次のステップ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572000" cy="36576"/>
          </a:xfrm>
          <a:prstGeom prst="rect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005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の最大リスクは「過剰共有」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3533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r>
              <a:rPr lang="zh-CN" alt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zh-CN" alt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r>
              <a:rPr lang="ja-JP" altLang="en-US" sz="110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過剰共有リンクを検出し、機密情報の露出状況を可視化して是正を支援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384048" cy="384048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8105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秘密度ラベル + DLP が核心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極秘ファイルは Copilot から自動的に遮断される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384048" cy="384048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6151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Risk + Communication Compliance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29626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内部リスクと倫理的逸脱を AI で自動監視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11296"/>
            <a:ext cx="384048" cy="384048"/>
          </a:xfrm>
          <a:prstGeom prst="ellipse">
            <a:avLst/>
          </a:prstGeom>
          <a:solidFill>
            <a:srgbClr val="0D7B76"/>
          </a:solidFill>
          <a:ln w="12700">
            <a:solidFill>
              <a:srgbClr val="0D7B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419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 E5 付属・追加費用なし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" y="37673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/ Defender を最大活用する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914400"/>
            <a:ext cx="2834640" cy="3886200"/>
          </a:xfrm>
          <a:prstGeom prst="rect">
            <a:avLst/>
          </a:prstGeom>
          <a:solidFill>
            <a:srgbClr val="0D7B76">
              <a:alpha val="85000"/>
            </a:srgbClr>
          </a:solidFill>
          <a:ln w="12700">
            <a:solidFill>
              <a:srgbClr val="0AA8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推奨アクション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755648"/>
            <a:ext cx="2560320" cy="548640"/>
          </a:xfrm>
          <a:prstGeom prst="rect">
            <a:avLst/>
          </a:prstGeom>
          <a:solidFill>
            <a:srgbClr val="0D7B76">
              <a:alpha val="60000"/>
            </a:srgbClr>
          </a:solidFill>
          <a:ln w="6350">
            <a:solidFill>
              <a:srgbClr val="A8C4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75564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秘密度ラベルの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4段階体系を設定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414016"/>
            <a:ext cx="2560320" cy="548640"/>
          </a:xfrm>
          <a:prstGeom prst="rect">
            <a:avLst/>
          </a:prstGeom>
          <a:solidFill>
            <a:srgbClr val="0D7B76">
              <a:alpha val="60000"/>
            </a:srgbClr>
          </a:solidFill>
          <a:ln w="6350">
            <a:solidFill>
              <a:srgbClr val="A8C4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4140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DLP ポリシーを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ロケーションに適用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072384"/>
            <a:ext cx="2560320" cy="548640"/>
          </a:xfrm>
          <a:prstGeom prst="rect">
            <a:avLst/>
          </a:prstGeom>
          <a:solidFill>
            <a:srgbClr val="0D7B76">
              <a:alpha val="60000"/>
            </a:srgbClr>
          </a:solidFill>
          <a:ln w="6350">
            <a:solidFill>
              <a:srgbClr val="A8C4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723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IRM + Adaptive Protection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を有効化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730752"/>
            <a:ext cx="2560320" cy="548640"/>
          </a:xfrm>
          <a:prstGeom prst="rect">
            <a:avLst/>
          </a:prstGeom>
          <a:solidFill>
            <a:srgbClr val="0D7B76">
              <a:alpha val="60000"/>
            </a:srgbClr>
          </a:solidFill>
          <a:ln w="6350">
            <a:solidFill>
              <a:srgbClr val="A8C4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7307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パイロット展開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（30〜50名から開始）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709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2024</Words>
  <Application>Microsoft Macintosh PowerPoint</Application>
  <PresentationFormat>画面に合わせる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社内安全利用ガイド</dc:title>
  <dc:subject>PptxGenJS Presentation</dc:subject>
  <dc:creator>IT管理部門</dc:creator>
  <cp:lastModifiedBy>Microsoft Office User</cp:lastModifiedBy>
  <cp:revision>3</cp:revision>
  <dcterms:created xsi:type="dcterms:W3CDTF">2026-05-18T03:52:24Z</dcterms:created>
  <dcterms:modified xsi:type="dcterms:W3CDTF">2026-05-18T05:50:02Z</dcterms:modified>
</cp:coreProperties>
</file>