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192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rPr dirty="0"/>
              <a:t>DZ Security </a:t>
            </a:r>
            <a:r>
              <a:rPr dirty="0" err="1"/>
              <a:t>ソリューション提案資料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 err="1"/>
              <a:t>ゼロトラスト型認証ソリューション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目次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1. ソリューション概要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2. 特徴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3. バックグラウンド認証技術の詳細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4. 設定補助機能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5. 導入効果とまとめ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ソリューション概要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 err="1"/>
              <a:t>非接触・非操作型の認証技術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err="1"/>
              <a:t>生体情報と行動パターンによる本人認証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err="1"/>
              <a:t>IDやパスワード不要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err="1"/>
              <a:t>個人情報を端末内にのみ保存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err="1"/>
              <a:t>サーバーレスでの安全設計</a:t>
            </a:r>
            <a:endParaRPr dirty="0"/>
          </a:p>
        </p:txBody>
      </p:sp>
      <p:pic>
        <p:nvPicPr>
          <p:cNvPr id="5" name="図 4" descr="グラフィカル ユーザー インターフェイス, テキスト, アプリケーション, チャットまたはテキスト メッセージ&#10;&#10;自動的に生成された説明">
            <a:extLst>
              <a:ext uri="{FF2B5EF4-FFF2-40B4-BE49-F238E27FC236}">
                <a16:creationId xmlns:a16="http://schemas.microsoft.com/office/drawing/2014/main" id="{742F0CA7-3ACA-8776-6698-48215657F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70" b="89805" l="1829" r="95061">
                        <a14:foregroundMark x1="19055" y1="61280" x2="12256" y2="58568"/>
                        <a14:foregroundMark x1="12256" y1="58568" x2="17622" y2="47831"/>
                        <a14:foregroundMark x1="17622" y1="47831" x2="20183" y2="47831"/>
                        <a14:foregroundMark x1="4909" y1="43926" x2="9390" y2="63015"/>
                        <a14:foregroundMark x1="9390" y1="63015" x2="10518" y2="63774"/>
                        <a14:foregroundMark x1="16677" y1="26898" x2="19055" y2="39371"/>
                        <a14:foregroundMark x1="15549" y1="33406" x2="19482" y2="30477"/>
                        <a14:foregroundMark x1="50274" y1="27440" x2="50152" y2="34382"/>
                        <a14:foregroundMark x1="83476" y1="33406" x2="83811" y2="59870"/>
                        <a14:foregroundMark x1="83811" y1="59870" x2="80396" y2="74729"/>
                        <a14:foregroundMark x1="93567" y1="49349" x2="95091" y2="59328"/>
                        <a14:foregroundMark x1="85427" y1="32863" x2="85000" y2="33948"/>
                        <a14:foregroundMark x1="83750" y1="37852" x2="84299" y2="35900"/>
                        <a14:foregroundMark x1="6433" y1="43384" x2="6433" y2="57375"/>
                        <a14:foregroundMark x1="3506" y1="46855" x2="1829" y2="68872"/>
                        <a14:foregroundMark x1="1829" y1="68872" x2="1951" y2="70282"/>
                        <a14:foregroundMark x1="49451" y1="24946" x2="51829" y2="27983"/>
                        <a14:foregroundMark x1="49848" y1="34382" x2="50549" y2="33948"/>
                        <a14:foregroundMark x1="83750" y1="38395" x2="85152" y2="34924"/>
                        <a14:foregroundMark x1="52652" y1="39371" x2="38384" y2="55315"/>
                        <a14:foregroundMark x1="38384" y1="55315" x2="55732" y2="70282"/>
                        <a14:foregroundMark x1="55732" y1="70282" x2="55732" y2="702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800" y="3941361"/>
            <a:ext cx="7772400" cy="21848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特徴①：本人以外の利用を即ロック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認証中断時、即座にロック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バックグラウンドで常時本人確認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他人が操作しようとした瞬間に反応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91440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323232"/>
                </a:solidFill>
              </a:defRPr>
            </a:pPr>
            <a:endParaRPr/>
          </a:p>
        </p:txBody>
      </p:sp>
      <p:pic>
        <p:nvPicPr>
          <p:cNvPr id="7" name="図 6" descr="グラフィカル ユーザー インターフェイス, アイコン&#10;&#10;自動的に生成された説明">
            <a:extLst>
              <a:ext uri="{FF2B5EF4-FFF2-40B4-BE49-F238E27FC236}">
                <a16:creationId xmlns:a16="http://schemas.microsoft.com/office/drawing/2014/main" id="{0EEE29E4-1B03-A676-85E5-AEBAAAB0C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296297" cy="41104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特徴②：ログイン不要のUX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IDやパスワードの入力不要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バックグラウンド認証が継続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UXの大幅向上と生産性アップ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91440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323232"/>
                </a:solidFill>
              </a:defRPr>
            </a:pPr>
            <a:endParaRPr/>
          </a:p>
        </p:txBody>
      </p:sp>
      <p:pic>
        <p:nvPicPr>
          <p:cNvPr id="7" name="図 6" descr="アイコン が含まれている画像&#10;&#10;自動的に生成された説明">
            <a:extLst>
              <a:ext uri="{FF2B5EF4-FFF2-40B4-BE49-F238E27FC236}">
                <a16:creationId xmlns:a16="http://schemas.microsoft.com/office/drawing/2014/main" id="{8B5AFDEF-C398-30AF-257A-BC04286F9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65" y="3205344"/>
            <a:ext cx="2811864" cy="3057979"/>
          </a:xfrm>
          <a:prstGeom prst="rect">
            <a:avLst/>
          </a:prstGeom>
        </p:spPr>
      </p:pic>
      <p:pic>
        <p:nvPicPr>
          <p:cNvPr id="11" name="図 10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8E2130A3-642D-5FBF-28D7-9DA0A1671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314" y="3192473"/>
            <a:ext cx="5649686" cy="307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特徴③：個人情報サーバー不要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認証データはすべて端末内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クラウド非依存で情報漏洩リスクを削減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GDPR等にも準拠しやすい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91440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323232"/>
                </a:solidFill>
              </a:defRPr>
            </a:pPr>
            <a:endParaRPr/>
          </a:p>
        </p:txBody>
      </p:sp>
      <p:pic>
        <p:nvPicPr>
          <p:cNvPr id="6" name="図 5" descr="ダイアグラム&#10;&#10;自動的に生成された説明">
            <a:extLst>
              <a:ext uri="{FF2B5EF4-FFF2-40B4-BE49-F238E27FC236}">
                <a16:creationId xmlns:a16="http://schemas.microsoft.com/office/drawing/2014/main" id="{21DEA1F8-FECF-8D47-4EC9-3ED4A7897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69" y="3212649"/>
            <a:ext cx="3160017" cy="3050674"/>
          </a:xfrm>
          <a:prstGeom prst="rect">
            <a:avLst/>
          </a:prstGeom>
        </p:spPr>
      </p:pic>
      <p:pic>
        <p:nvPicPr>
          <p:cNvPr id="8" name="図 7" descr="手に持った携帯電話&#10;&#10;自動的に生成された説明">
            <a:extLst>
              <a:ext uri="{FF2B5EF4-FFF2-40B4-BE49-F238E27FC236}">
                <a16:creationId xmlns:a16="http://schemas.microsoft.com/office/drawing/2014/main" id="{332DDF2D-2FE9-C382-E608-50330F191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863" y="3212649"/>
            <a:ext cx="1990634" cy="3050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認証技術①：双子でも識別可能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顔、生体、癖、生活パターンを組み合わせ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「DZ Intelligent ID®」を生成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ユーザーごとの“色”変化で識別強化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91440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323232"/>
                </a:solidFill>
              </a:defRPr>
            </a:pPr>
            <a:endParaRPr/>
          </a:p>
        </p:txBody>
      </p:sp>
      <p:pic>
        <p:nvPicPr>
          <p:cNvPr id="7" name="図 6" descr="ロゴ が含まれている画像&#10;&#10;自動的に生成された説明">
            <a:extLst>
              <a:ext uri="{FF2B5EF4-FFF2-40B4-BE49-F238E27FC236}">
                <a16:creationId xmlns:a16="http://schemas.microsoft.com/office/drawing/2014/main" id="{1DEE9347-589D-1D1A-2755-435749FDF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21013"/>
            <a:ext cx="6444343" cy="38369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ロゴ が含まれている画像&#10;&#10;自動的に生成された説明">
            <a:extLst>
              <a:ext uri="{FF2B5EF4-FFF2-40B4-BE49-F238E27FC236}">
                <a16:creationId xmlns:a16="http://schemas.microsoft.com/office/drawing/2014/main" id="{C2FB7DF4-8F25-4F5B-BF64-7D7B2D213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546735"/>
            <a:ext cx="7772400" cy="425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52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認証技術②：認証操作不要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スマホ所持だけで本人確認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Bluetooth経由でPCへ電子鍵送信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Windowsへ自動ログイン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91440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323232"/>
                </a:solidFill>
              </a:defRPr>
            </a:pPr>
            <a:endParaRPr/>
          </a:p>
        </p:txBody>
      </p:sp>
      <p:pic>
        <p:nvPicPr>
          <p:cNvPr id="9" name="図 8" descr="テキスト&#10;&#10;自動的に生成された説明">
            <a:extLst>
              <a:ext uri="{FF2B5EF4-FFF2-40B4-BE49-F238E27FC236}">
                <a16:creationId xmlns:a16="http://schemas.microsoft.com/office/drawing/2014/main" id="{3C3EEBE2-78F6-24E8-F0FD-D1CFC9A30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50223"/>
            <a:ext cx="5600700" cy="3213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認証技術③〜⑤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スマホを取り出さず自動ログイン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アプリ間でシームレスに認証情報を引継ぎ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サーバレス構成で高速・安全</a:t>
            </a:r>
          </a:p>
        </p:txBody>
      </p:sp>
      <p:pic>
        <p:nvPicPr>
          <p:cNvPr id="6" name="図 5" descr="グラフィカル ユーザー インターフェイス&#10;&#10;中程度の精度で自動的に生成された説明">
            <a:extLst>
              <a:ext uri="{FF2B5EF4-FFF2-40B4-BE49-F238E27FC236}">
                <a16:creationId xmlns:a16="http://schemas.microsoft.com/office/drawing/2014/main" id="{2D538EDF-EC88-5C15-0811-DAAF89603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83436"/>
            <a:ext cx="7772400" cy="20252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設定補助機能一覧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サインイン設定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顔認証ON/OFF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画面ロック猶予時間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覗き見検知距離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動作モード（オフィス／プライベート）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自動アップデートON/OFF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覗き見検知時の挙動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管理者ログイン時の監視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一時停止時間の設定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91440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323232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導入効果とまとめ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【安全性】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不正利用の根絶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個人情報の完全保護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【UX】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操作不要の快適体験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ストレスゼロな認証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【導入容易性】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サーバー構築不要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既存環境に統合しやすい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914400"/>
            <a:ext cx="548640" cy="5486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323232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9900"/>
                </a:solidFill>
              </a:defRPr>
            </a:pPr>
            <a:r>
              <a:t>最後に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180</Words>
  <Application>Microsoft Macintosh PowerPoint</Application>
  <PresentationFormat>画面に合わせる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DZ Security ソリューション提案資料</vt:lpstr>
      <vt:lpstr>目次</vt:lpstr>
      <vt:lpstr>ソリューション概要</vt:lpstr>
      <vt:lpstr>特徴①：本人以外の利用を即ロック</vt:lpstr>
      <vt:lpstr>特徴②：ログイン不要のUX</vt:lpstr>
      <vt:lpstr>特徴③：個人情報サーバー不要</vt:lpstr>
      <vt:lpstr>認証技術①：双子でも識別可能</vt:lpstr>
      <vt:lpstr>PowerPoint プレゼンテーション</vt:lpstr>
      <vt:lpstr>認証技術②：認証操作不要</vt:lpstr>
      <vt:lpstr>認証技術③〜⑤</vt:lpstr>
      <vt:lpstr>設定補助機能一覧</vt:lpstr>
      <vt:lpstr>導入効果とまとめ</vt:lpstr>
      <vt:lpstr>最後に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Miumiu 喻</cp:lastModifiedBy>
  <cp:revision>2</cp:revision>
  <dcterms:created xsi:type="dcterms:W3CDTF">2013-01-27T09:14:16Z</dcterms:created>
  <dcterms:modified xsi:type="dcterms:W3CDTF">2025-04-24T01:10:09Z</dcterms:modified>
  <cp:category/>
</cp:coreProperties>
</file>