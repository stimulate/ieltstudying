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5786" y="2070259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14"/>
              </a:lnSpc>
              <a:buNone/>
            </a:pPr>
            <a:r>
              <a:rPr lang="en-US" sz="56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hostedlogin</a:t>
            </a:r>
            <a:endParaRPr lang="en-US" sz="562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5588" y="2283714"/>
            <a:ext cx="2377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hostedlogin</a:t>
            </a:r>
            <a:endParaRPr lang="en-US" sz="3046" dirty="0"/>
          </a:p>
        </p:txBody>
      </p:sp>
      <p:sp>
        <p:nvSpPr>
          <p:cNvPr id="3" name="Text 1"/>
          <p:cNvSpPr/>
          <p:nvPr/>
        </p:nvSpPr>
        <p:spPr>
          <a:xfrm>
            <a:off x="4135831" y="642938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135831" y="1481328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135831" y="2319719"/>
            <a:ext cx="3383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135831" y="3158109"/>
            <a:ext cx="2926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4135831" y="3996500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4135831" y="4834890"/>
            <a:ext cx="25603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管理コンソール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4135831" y="5673281"/>
            <a:ext cx="2926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262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問い合わせ・FAQ</a:t>
            </a:r>
            <a:endParaRPr lang="en-US" sz="2623" dirty="0"/>
          </a:p>
        </p:txBody>
      </p:sp>
      <p:sp>
        <p:nvSpPr>
          <p:cNvPr id="10" name="Text 8"/>
          <p:cNvSpPr/>
          <p:nvPr/>
        </p:nvSpPr>
        <p:spPr>
          <a:xfrm>
            <a:off x="4135831" y="6511671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</a:t>
            </a:r>
            <a:endParaRPr lang="en-US" sz="266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0849" y="642938"/>
            <a:ext cx="544982" cy="1931899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084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9407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944" y="2237423"/>
            <a:ext cx="21031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1424749"/>
            <a:ext cx="1645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12"/>
              </a:lnSpc>
              <a:buNone/>
            </a:pPr>
            <a:r>
              <a:rPr lang="en-US" sz="2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同意確認</a:t>
            </a:r>
            <a:endParaRPr lang="en-US" sz="2580" dirty="0"/>
          </a:p>
          <a:p>
            <a:pPr algn="l" indent="0" marL="0">
              <a:lnSpc>
                <a:spcPts val="3612"/>
              </a:lnSpc>
              <a:buNone/>
            </a:pPr>
            <a:r>
              <a:rPr lang="en-US" sz="2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(利用規約)</a:t>
            </a:r>
            <a:endParaRPr lang="en-US" sz="2580" dirty="0"/>
          </a:p>
        </p:txBody>
      </p:sp>
      <p:sp>
        <p:nvSpPr>
          <p:cNvPr id="4" name="Text 2"/>
          <p:cNvSpPr/>
          <p:nvPr/>
        </p:nvSpPr>
        <p:spPr>
          <a:xfrm>
            <a:off x="4572000" y="3214688"/>
            <a:ext cx="24688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registration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1424749"/>
            <a:ext cx="544982" cy="114854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7635"/>
            <a:ext cx="544982" cy="1147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4680" y="1769364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29"/>
              </a:lnSpc>
              <a:buNone/>
            </a:pPr>
            <a:r>
              <a:rPr lang="en-US" sz="44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同意確認</a:t>
            </a:r>
            <a:endParaRPr lang="en-US" sz="4484" dirty="0"/>
          </a:p>
          <a:p>
            <a:pPr algn="l" indent="0" marL="0">
              <a:lnSpc>
                <a:spcPts val="5829"/>
              </a:lnSpc>
              <a:buNone/>
            </a:pPr>
            <a:r>
              <a:rPr lang="en-US" sz="44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(利用規約)</a:t>
            </a:r>
            <a:endParaRPr lang="en-US" sz="4484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3300" y="2070259"/>
            <a:ext cx="2103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id/pw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0517" y="2070259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capcha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0557" y="2070259"/>
            <a:ext cx="2103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14"/>
              </a:lnSpc>
              <a:buNone/>
            </a:pPr>
            <a:r>
              <a:rPr lang="en-US" sz="56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successfully</a:t>
            </a:r>
            <a:endParaRPr lang="en-US" sz="562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53949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registration</a:t>
            </a:r>
            <a:endParaRPr lang="en-US" sz="5245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1031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login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34924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1089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09"/>
              </a:lnSpc>
              <a:buNone/>
            </a:pPr>
            <a:r>
              <a:rPr lang="en-US" sz="51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login</a:t>
            </a:r>
            <a:endParaRPr lang="en-US" sz="5161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4"/>
              </a:lnSpc>
              <a:buNone/>
            </a:pPr>
            <a:r>
              <a:rPr lang="en-US" sz="3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36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08061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5544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同意確認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許可を得る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3246" y="2027568"/>
            <a:ext cx="237744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27"/>
              </a:lnSpc>
              <a:buNone/>
            </a:pPr>
            <a:r>
              <a:rPr lang="en-US" sz="28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successfully</a:t>
            </a:r>
            <a:endParaRPr lang="en-US" sz="2876" dirty="0"/>
          </a:p>
        </p:txBody>
      </p:sp>
      <p:sp>
        <p:nvSpPr>
          <p:cNvPr id="3" name="Text 1"/>
          <p:cNvSpPr/>
          <p:nvPr/>
        </p:nvSpPr>
        <p:spPr>
          <a:xfrm>
            <a:off x="2467051" y="1544593"/>
            <a:ext cx="16459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同意確認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2055571" y="3022835"/>
            <a:ext cx="21031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許可を得る</a:t>
            </a:r>
            <a:endParaRPr lang="en-US" sz="30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新規登録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9407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944" y="2237423"/>
            <a:ext cx="21031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id/pw login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2319719"/>
            <a:ext cx="1828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login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3996500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 login</a:t>
            </a:r>
            <a:endParaRPr lang="en-US" sz="26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id/pw login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9144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4"/>
              </a:lnSpc>
              <a:buNone/>
            </a:pPr>
            <a:r>
              <a:rPr lang="en-US" sz="3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</a:t>
            </a:r>
            <a:endParaRPr lang="en-US" sz="36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024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0972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79"/>
              </a:lnSpc>
              <a:buNone/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</a:t>
            </a:r>
            <a:endParaRPr lang="en-US" sz="4061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446" y="2237423"/>
            <a:ext cx="14630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353105" y="1544593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3346704" y="3022835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30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0116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41148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successfully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40635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108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login</a:t>
            </a:r>
            <a:endParaRPr lang="en-US" sz="4103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2"/>
              </a:lnSpc>
              <a:buNone/>
            </a:pPr>
            <a:r>
              <a:rPr lang="en-US" sz="20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2073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8966" y="2237423"/>
            <a:ext cx="22860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784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login</a:t>
            </a:r>
            <a:endParaRPr lang="en-US" sz="3680" dirty="0"/>
          </a:p>
        </p:txBody>
      </p:sp>
      <p:sp>
        <p:nvSpPr>
          <p:cNvPr id="3" name="Text 1"/>
          <p:cNvSpPr/>
          <p:nvPr/>
        </p:nvSpPr>
        <p:spPr>
          <a:xfrm>
            <a:off x="3341218" y="1296162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3764585" y="2283714"/>
            <a:ext cx="365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3046" dirty="0"/>
          </a:p>
        </p:txBody>
      </p:sp>
      <p:sp>
        <p:nvSpPr>
          <p:cNvPr id="5" name="Text 3"/>
          <p:cNvSpPr/>
          <p:nvPr/>
        </p:nvSpPr>
        <p:spPr>
          <a:xfrm>
            <a:off x="3044038" y="3271266"/>
            <a:ext cx="10972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3046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1089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09"/>
              </a:lnSpc>
              <a:buNone/>
            </a:pPr>
            <a:r>
              <a:rPr lang="en-US" sz="51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login</a:t>
            </a:r>
            <a:endParaRPr lang="en-US" sz="5161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3716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4"/>
              </a:lnSpc>
              <a:buNone/>
            </a:pPr>
            <a:r>
              <a:rPr lang="en-US" sz="3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368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08061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0116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41148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successfully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4063594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47548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 login</a:t>
            </a:r>
            <a:endParaRPr lang="en-US" sz="5245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1089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アカウト選択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470916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474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アカウト選択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顔認証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指紋認証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ピン認証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1359" y="1923669"/>
            <a:ext cx="237744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797"/>
              </a:lnSpc>
              <a:buNone/>
            </a:pPr>
            <a:r>
              <a:rPr lang="en-US" sz="34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端末でログインを確認</a:t>
            </a:r>
            <a:endParaRPr lang="en-US" sz="3426" dirty="0"/>
          </a:p>
        </p:txBody>
      </p:sp>
      <p:sp>
        <p:nvSpPr>
          <p:cNvPr id="3" name="Text 1"/>
          <p:cNvSpPr/>
          <p:nvPr/>
        </p:nvSpPr>
        <p:spPr>
          <a:xfrm>
            <a:off x="2878531" y="1296162"/>
            <a:ext cx="12801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顔認証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3764585" y="2283714"/>
            <a:ext cx="365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3046" dirty="0"/>
          </a:p>
        </p:txBody>
      </p:sp>
      <p:sp>
        <p:nvSpPr>
          <p:cNvPr id="5" name="Text 3"/>
          <p:cNvSpPr/>
          <p:nvPr/>
        </p:nvSpPr>
        <p:spPr>
          <a:xfrm>
            <a:off x="2467051" y="3271266"/>
            <a:ext cx="16459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ピン認証</a:t>
            </a:r>
            <a:endParaRPr lang="en-US" sz="3046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72237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端末でログインを確認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41148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successfully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720090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5486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1210" y="2070259"/>
            <a:ext cx="7223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571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8605" y="1923669"/>
            <a:ext cx="237744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797"/>
              </a:lnSpc>
              <a:buNone/>
            </a:pPr>
            <a:r>
              <a:rPr lang="en-US" sz="34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3426" dirty="0"/>
          </a:p>
        </p:txBody>
      </p:sp>
      <p:sp>
        <p:nvSpPr>
          <p:cNvPr id="3" name="Text 1"/>
          <p:cNvSpPr/>
          <p:nvPr/>
        </p:nvSpPr>
        <p:spPr>
          <a:xfrm>
            <a:off x="4501591" y="1592942"/>
            <a:ext cx="26517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password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01591" y="3046495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user id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56609" y="1592942"/>
            <a:ext cx="544982" cy="9829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6609" y="2570207"/>
            <a:ext cx="544982" cy="9788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2509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メアド入力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1512418" y="1544593"/>
            <a:ext cx="30175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password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2066544" y="3022835"/>
            <a:ext cx="24688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user id</a:t>
            </a:r>
            <a:endParaRPr lang="en-US" sz="30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5190" y="642938"/>
            <a:ext cx="815645" cy="194321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5190" y="2571750"/>
            <a:ext cx="815645" cy="1928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3530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メアド入力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900" y="2070259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メールに送信する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2185473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19"/>
              </a:lnSpc>
              <a:buNone/>
            </a:pPr>
            <a:r>
              <a:rPr lang="en-US" sz="439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新しいパスワードを設定する</a:t>
            </a:r>
            <a:endParaRPr lang="en-US" sz="4399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2786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14"/>
              </a:lnSpc>
              <a:buNone/>
            </a:pPr>
            <a:r>
              <a:rPr lang="en-US" sz="56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successfully</a:t>
            </a:r>
            <a:endParaRPr lang="en-US" sz="5626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 リセット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900" y="2070259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571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944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2103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2319719"/>
            <a:ext cx="1280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3996500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setting</a:t>
            </a:r>
            <a:endParaRPr lang="en-US" sz="26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83653"/>
            <a:ext cx="4480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</a:t>
            </a:r>
            <a:endParaRPr lang="en-US" sz="5245" dirty="0"/>
          </a:p>
        </p:txBody>
      </p:sp>
      <p:sp>
        <p:nvSpPr>
          <p:cNvPr id="3" name="Text 1"/>
          <p:cNvSpPr/>
          <p:nvPr/>
        </p:nvSpPr>
        <p:spPr>
          <a:xfrm>
            <a:off x="703174" y="2253882"/>
            <a:ext cx="6217920" cy="200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氏名、生年月日、</a:t>
            </a:r>
            <a:endParaRPr lang="en-US" sz="3807" dirty="0"/>
          </a:p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メール、電話番号、</a:t>
            </a:r>
            <a:endParaRPr lang="en-US" sz="3807" dirty="0"/>
          </a:p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現住所、クレジットカード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819770"/>
            <a:ext cx="6172200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0972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1945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389"/>
              </a:lnSpc>
              <a:buNone/>
            </a:pPr>
            <a:r>
              <a:rPr lang="en-US" sz="41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4145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ログイン方式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SNS/マイナン連携・解除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パスワードを変更する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6946" y="205740"/>
            <a:ext cx="10972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973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51206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setting</a:t>
            </a:r>
            <a:endParaRPr lang="en-US" sz="5245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48463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データ収集opt in/out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50410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0972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プロフィール管理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</a:t>
            </a:r>
            <a:endParaRPr lang="en-US" sz="571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0" y="17693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登録情報</a:t>
            </a:r>
            <a:endParaRPr lang="en-US" sz="4568" dirty="0"/>
          </a:p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連携サービス一覧</a:t>
            </a:r>
            <a:endParaRPr lang="en-US" sz="4568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2743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9407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削除確認</a:t>
            </a:r>
            <a:endParaRPr lang="en-US" sz="5711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2743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7046" y="2070259"/>
            <a:ext cx="7040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69"/>
              </a:lnSpc>
              <a:buNone/>
            </a:pPr>
            <a:r>
              <a:rPr lang="en-US" sz="56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successfully</a:t>
            </a:r>
            <a:endParaRPr lang="en-US" sz="5668" dirty="0"/>
          </a:p>
        </p:txBody>
      </p:sp>
      <p:sp>
        <p:nvSpPr>
          <p:cNvPr id="3" name="Text 1"/>
          <p:cNvSpPr/>
          <p:nvPr/>
        </p:nvSpPr>
        <p:spPr>
          <a:xfrm>
            <a:off x="256946" y="205740"/>
            <a:ext cx="2743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退会</a:t>
            </a:r>
            <a:endParaRPr lang="en-US" sz="973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1777" y="2070259"/>
            <a:ext cx="5486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管理コンソール</a:t>
            </a:r>
            <a:endParaRPr lang="en-US" sz="571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7944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管理コンソール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ユーザー管理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2319719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3996500"/>
            <a:ext cx="2103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tag 設定</a:t>
            </a:r>
            <a:endParaRPr lang="en-US" sz="26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474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ユーザー管理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2"/>
              </a:lnSpc>
              <a:buNone/>
            </a:pPr>
            <a:r>
              <a:rPr lang="en-US" sz="20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user</a:t>
            </a:r>
            <a:endParaRPr lang="en-US" sz="207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100584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管理コンソール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3157" y="2070259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69"/>
              </a:lnSpc>
              <a:buNone/>
            </a:pPr>
            <a:r>
              <a:rPr lang="en-US" sz="56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問い合わせ・FAQ</a:t>
            </a:r>
            <a:endParaRPr lang="en-US" sz="5668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</a:t>
            </a:r>
            <a:endParaRPr lang="en-US" sz="571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4890" y="2237423"/>
            <a:ext cx="1554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640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2319719"/>
            <a:ext cx="640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3996500"/>
            <a:ext cx="6400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66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3647" y="2070259"/>
            <a:ext cx="3840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314"/>
              </a:lnSpc>
              <a:buNone/>
            </a:pPr>
            <a:r>
              <a:rPr lang="en-US" sz="56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2025-09-18T08:28:37Z</dcterms:created>
  <dcterms:modified xsi:type="dcterms:W3CDTF">2025-09-18T08:28:37Z</dcterms:modified>
</cp:coreProperties>
</file>