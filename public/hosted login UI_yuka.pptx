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CD5F0-CFB6-C048-891F-11A9FB317A45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D4A4EE-6E95-874B-90AA-56B490B844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5802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D4A4EE-6E95-874B-90AA-56B490B844B1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1592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E8EDF-51FD-40B8-9BEC-6A66D1A795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30217E9-FF65-34DA-CC88-5B0C90A5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0F8613-FC2D-F2A2-2AB1-404B18ABA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C0EC12-B571-4F71-7A67-CB90E068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690F5A-0801-42D8-A327-316EC9C20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899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05CDD2-8FC4-C64A-7141-68D65AFA4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B4439-3A88-C43E-B7EF-BE9F6DC07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AC283C-0589-274B-B82F-7BAAA7C1B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5B3C8C-9AC5-BF95-BCDF-15461DFD6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BAF3AB-1739-6646-B8F9-59F998EB7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8780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FD1D1B-C1ED-F318-F081-688FD7824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B5D7B56-12AC-2855-C877-545AD0435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DAE9FCD-F958-27A4-23ED-FC608C308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4692B0-C647-D222-2746-102132BBA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C54096-F65E-5B1C-DD8F-B5D48CD99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627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B3BA4D-F252-DEA9-3076-FA0C7513D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BE45B2-FD86-A16E-F623-C3C2DEF34B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E1D3BB-D544-1B9E-B03A-27B4363827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497715-21BA-FB6F-F78D-736CC01FA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AF826C-A611-DC65-5978-B1A232976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CAC3F8F-39C6-054D-8D4D-98A7775F8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3718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22CCE9-DE58-24B3-E559-F2EFCCCBF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713832-CEA8-AA93-D4C8-1E1D006D4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5FF355-131F-17ED-EEF3-C2BA4EF3D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84485-3EAD-1C77-52F2-068248400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D131621-7C39-FC23-AD15-02302A1A89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D4A35EC-DC2E-0136-7BC0-BC533A52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3C137E4-833D-BBFF-EBC1-1B65E747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00B9140-2451-F99E-7EFA-9C253994E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5849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75FCCF-FAD8-AF00-4968-5DF67DE4D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7773810-B28B-9A68-36A1-B2221E52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44E8B6-47B6-E8AC-B365-0CC8BB8F6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CBEDE4F-5F42-0CFC-48CD-6819721FD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6802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C5C4AA-EB92-E423-40F7-F24C82BF2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A9C320C-5E61-BF16-DA8F-AC4C9F008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FEE9EC1-E801-BC2A-565E-4F97E1FF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6633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ABF3CA-2C20-DF4E-D881-BCF436B6E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4685D0-5E3D-2F36-255D-C221ED3AA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7B74956-1F4E-2A0A-E4E7-AA9FD8E7B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ED3F1C-322F-9DC4-651B-A0F6AEF9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640EC15-EA9D-06E3-A352-4ADFCF2FA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D8753C2-DEDE-40B2-EA90-AD3762E76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44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B31BD4-B5F1-4382-FD93-46C50326E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8CA36D-5FE4-DD1E-D2B5-502F438E30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4B1917-DF96-2AEC-5914-2FF1229361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930D56-6C29-B5FC-FFEE-3E9870BD7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D7B8C6-E734-68BD-4D7E-F80E12F60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1FA599-A975-0820-8429-D1835250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8148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FC8C70-0FAA-FB4F-1424-53A16910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C487D15-8BB4-4B8B-67D8-9FEC1B7EC9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297E2A-66E1-44A1-6FEA-A8A276BC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ACB93F-ABAE-2163-1116-634053D49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BD59F8-8985-43AD-DC84-39613DD83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8471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DAB5386-CCDB-422A-D46F-7ABF4BDD6A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8C68F3D-AF5B-A0F4-8962-6D4C127F4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C9A08A-BE0F-0BC6-ED92-B3C319BC3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F2BAC5-CD0B-FD78-73C6-B003CB92F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8B951-5F8C-438C-5850-C85D83F0F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99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6442325-D00A-89CA-19A6-A0B7979D9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701047-1082-ED6E-C1DC-5B35F131E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4539FA-47A9-6A04-5CFB-0A302EFA22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9A4CB2-4CC0-3E43-94C9-DF10ADA57523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BE5441-D592-6F53-31BE-4FF737E5A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3742DB-DC88-EE55-A727-A715D598DB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0124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proto/WhwkuywllwyH7lqi6IIvri/Login-%7C-Web-Login-%7C-ziontutorial.com--Community-?node-id=0-1&amp;t=a18giONl7Co87Xzj-1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11" Type="http://schemas.microsoft.com/office/2007/relationships/hdphoto" Target="../media/hdphoto6.wdp"/><Relationship Id="rId5" Type="http://schemas.microsoft.com/office/2007/relationships/hdphoto" Target="../media/hdphoto3.wdp"/><Relationship Id="rId10" Type="http://schemas.openxmlformats.org/officeDocument/2006/relationships/image" Target="../media/image10.png"/><Relationship Id="rId4" Type="http://schemas.openxmlformats.org/officeDocument/2006/relationships/image" Target="../media/image7.png"/><Relationship Id="rId9" Type="http://schemas.microsoft.com/office/2007/relationships/hdphoto" Target="../media/hdphoto5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microsoft.com/office/2007/relationships/hdphoto" Target="../media/hdphoto8.wdp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microsoft.com/office/2007/relationships/hdphoto" Target="../media/hdphoto9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microsoft.com/office/2007/relationships/hdphoto" Target="../media/hdphoto11.wdp"/><Relationship Id="rId5" Type="http://schemas.openxmlformats.org/officeDocument/2006/relationships/image" Target="../media/image17.png"/><Relationship Id="rId4" Type="http://schemas.microsoft.com/office/2007/relationships/hdphoto" Target="../media/hdphoto10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A3FD248F-1E0B-063F-ADEF-99E04DC3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UI Design </a:t>
            </a:r>
            <a:r>
              <a:rPr lang="ja-JP" altLang="en-US"/>
              <a:t>全ページ</a:t>
            </a:r>
            <a:r>
              <a:rPr lang="en-US" altLang="ja-JP" dirty="0"/>
              <a:t>15</a:t>
            </a:r>
            <a:endParaRPr lang="ja-JP" altLang="en-US"/>
          </a:p>
        </p:txBody>
      </p:sp>
      <p:pic>
        <p:nvPicPr>
          <p:cNvPr id="6" name="図 5" descr="パソコンのスクリーンショット&#10;&#10;中程度の精度で自動的に生成された説明">
            <a:extLst>
              <a:ext uri="{FF2B5EF4-FFF2-40B4-BE49-F238E27FC236}">
                <a16:creationId xmlns:a16="http://schemas.microsoft.com/office/drawing/2014/main" id="{7244D7DF-6CC8-DF2D-7395-7BCAD89CFE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9471"/>
          <a:stretch/>
        </p:blipFill>
        <p:spPr>
          <a:xfrm>
            <a:off x="467810" y="2018033"/>
            <a:ext cx="6465899" cy="4381075"/>
          </a:xfrm>
          <a:prstGeom prst="rect">
            <a:avLst/>
          </a:prstGeom>
        </p:spPr>
      </p:pic>
      <p:pic>
        <p:nvPicPr>
          <p:cNvPr id="7" name="図 6" descr="パソコンのスクリーンショット&#10;&#10;中程度の精度で自動的に生成された説明">
            <a:extLst>
              <a:ext uri="{FF2B5EF4-FFF2-40B4-BE49-F238E27FC236}">
                <a16:creationId xmlns:a16="http://schemas.microsoft.com/office/drawing/2014/main" id="{78C7F610-9990-A6E4-F856-0453BD1DD2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346" r="29744"/>
          <a:stretch/>
        </p:blipFill>
        <p:spPr>
          <a:xfrm>
            <a:off x="6794115" y="2018033"/>
            <a:ext cx="5106362" cy="2646564"/>
          </a:xfrm>
          <a:prstGeom prst="rect">
            <a:avLst/>
          </a:prstGeom>
        </p:spPr>
      </p:pic>
      <p:pic>
        <p:nvPicPr>
          <p:cNvPr id="9" name="図 8" descr="パソコンのスクリーンショット&#10;&#10;中程度の精度で自動的に生成された説明">
            <a:extLst>
              <a:ext uri="{FF2B5EF4-FFF2-40B4-BE49-F238E27FC236}">
                <a16:creationId xmlns:a16="http://schemas.microsoft.com/office/drawing/2014/main" id="{E8405446-8FD6-EA69-4CA1-F1E0A75C0D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86" t="50174"/>
          <a:stretch/>
        </p:blipFill>
        <p:spPr>
          <a:xfrm>
            <a:off x="6794115" y="4591405"/>
            <a:ext cx="5106362" cy="1807703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C45544F-E74C-7E34-8AF0-29CC5093629C}"/>
              </a:ext>
            </a:extLst>
          </p:cNvPr>
          <p:cNvSpPr txBox="1"/>
          <p:nvPr/>
        </p:nvSpPr>
        <p:spPr>
          <a:xfrm>
            <a:off x="467810" y="1506022"/>
            <a:ext cx="1334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hlinkClick r:id="rId3"/>
              </a:rPr>
              <a:t>Demo Link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9318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DA28C2-F280-94D2-7ACC-74C669E82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New Account Creation </a:t>
            </a:r>
            <a:endParaRPr kumimoji="1" lang="ja-JP" altLang="en-US"/>
          </a:p>
        </p:txBody>
      </p:sp>
      <p:pic>
        <p:nvPicPr>
          <p:cNvPr id="3" name="図 2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F2D5CB51-E414-F4D4-CCDA-1C6EAE498A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090" t="9282" r="16526" b="15106"/>
          <a:stretch/>
        </p:blipFill>
        <p:spPr>
          <a:xfrm>
            <a:off x="838200" y="1307417"/>
            <a:ext cx="3935394" cy="5185458"/>
          </a:xfrm>
          <a:prstGeom prst="rect">
            <a:avLst/>
          </a:prstGeom>
        </p:spPr>
      </p:pic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8C37E86C-CFEA-19FC-480C-011BDE76E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291" y="662782"/>
            <a:ext cx="6858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6296D91-CEA4-1021-9588-3654DC1D5A94}"/>
              </a:ext>
            </a:extLst>
          </p:cNvPr>
          <p:cNvSpPr/>
          <p:nvPr/>
        </p:nvSpPr>
        <p:spPr>
          <a:xfrm>
            <a:off x="1666754" y="5428527"/>
            <a:ext cx="2430684" cy="5671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7D39BA7-9DE8-8217-E2FA-95CFBB4C17F7}"/>
              </a:ext>
            </a:extLst>
          </p:cNvPr>
          <p:cNvSpPr/>
          <p:nvPr/>
        </p:nvSpPr>
        <p:spPr>
          <a:xfrm>
            <a:off x="5391120" y="3829925"/>
            <a:ext cx="2793819" cy="18821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B9C99E71-0F9E-863B-F9A4-8AA543D9EB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02937" y="662782"/>
            <a:ext cx="6858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ECE6ABD-027E-86C5-5881-78A8A4A8ACF4}"/>
              </a:ext>
            </a:extLst>
          </p:cNvPr>
          <p:cNvSpPr/>
          <p:nvPr/>
        </p:nvSpPr>
        <p:spPr>
          <a:xfrm>
            <a:off x="8513424" y="5798127"/>
            <a:ext cx="3280258" cy="4811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706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565E8D-F106-6566-EE10-AF3117E0E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New Account Creation – social login</a:t>
            </a:r>
            <a:endParaRPr kumimoji="1" lang="ja-JP" altLang="en-US"/>
          </a:p>
        </p:txBody>
      </p:sp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2CBB5E01-E886-9F38-4AA3-199EF84010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090" t="9282" r="16526" b="15106"/>
          <a:stretch/>
        </p:blipFill>
        <p:spPr>
          <a:xfrm>
            <a:off x="838200" y="1307417"/>
            <a:ext cx="3935394" cy="5185458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FBE3E44-0CEB-7E08-D737-299D032462C4}"/>
              </a:ext>
            </a:extLst>
          </p:cNvPr>
          <p:cNvSpPr/>
          <p:nvPr/>
        </p:nvSpPr>
        <p:spPr>
          <a:xfrm>
            <a:off x="1666754" y="5428527"/>
            <a:ext cx="2430684" cy="5671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30600248-88CA-30D3-CD39-03A6EB1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517" y="752355"/>
            <a:ext cx="6858000" cy="6858000"/>
          </a:xfrm>
          <a:prstGeom prst="rect">
            <a:avLst/>
          </a:prstGeom>
        </p:spPr>
      </p:pic>
      <p:pic>
        <p:nvPicPr>
          <p:cNvPr id="9" name="図 8" descr="グラフィカル ユーザー インターフェイス&#10;&#10;自動的に生成された説明">
            <a:extLst>
              <a:ext uri="{FF2B5EF4-FFF2-40B4-BE49-F238E27FC236}">
                <a16:creationId xmlns:a16="http://schemas.microsoft.com/office/drawing/2014/main" id="{7AB3E202-8B1A-3FE2-D306-E88901053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3066" y="868101"/>
            <a:ext cx="7237110" cy="685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10951CD-0ADE-4765-F1C6-C8538020B342}"/>
              </a:ext>
            </a:extLst>
          </p:cNvPr>
          <p:cNvSpPr/>
          <p:nvPr/>
        </p:nvSpPr>
        <p:spPr>
          <a:xfrm>
            <a:off x="5359581" y="2708869"/>
            <a:ext cx="2430684" cy="9371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4FF5FB2-2CAF-AC46-E9A7-2ABFB1A4FFCE}"/>
              </a:ext>
            </a:extLst>
          </p:cNvPr>
          <p:cNvSpPr/>
          <p:nvPr/>
        </p:nvSpPr>
        <p:spPr>
          <a:xfrm>
            <a:off x="11013814" y="3524622"/>
            <a:ext cx="595594" cy="13255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6E1900A-CC2D-FCD5-DA14-5BDFC9AB1EFB}"/>
              </a:ext>
            </a:extLst>
          </p:cNvPr>
          <p:cNvSpPr/>
          <p:nvPr/>
        </p:nvSpPr>
        <p:spPr>
          <a:xfrm>
            <a:off x="1463234" y="3850029"/>
            <a:ext cx="2430684" cy="5671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4219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A39775-E63F-5F72-CD22-87C30122B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Password Resetting</a:t>
            </a:r>
            <a:endParaRPr kumimoji="1" lang="ja-JP" altLang="en-US"/>
          </a:p>
        </p:txBody>
      </p:sp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426521E0-0DAD-06B1-5B28-E80F695C0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136073" y="685800"/>
            <a:ext cx="6858000" cy="6858000"/>
          </a:xfrm>
          <a:prstGeom prst="rect">
            <a:avLst/>
          </a:prstGeom>
        </p:spPr>
      </p:pic>
      <p:pic>
        <p:nvPicPr>
          <p:cNvPr id="6" name="図 5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D00B74A7-EF43-B592-CBC7-8E4AF173C5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18804" y="685800"/>
            <a:ext cx="6858000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7B9BABE-8A3B-AFEA-37DE-97A012ABD290}"/>
              </a:ext>
            </a:extLst>
          </p:cNvPr>
          <p:cNvSpPr/>
          <p:nvPr/>
        </p:nvSpPr>
        <p:spPr>
          <a:xfrm>
            <a:off x="1203462" y="3236967"/>
            <a:ext cx="2430684" cy="1920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3E6928EA-2A97-23CF-6B6B-3C2ED91A22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18804" y="3543300"/>
            <a:ext cx="6858000" cy="6858000"/>
          </a:xfrm>
          <a:prstGeom prst="rect">
            <a:avLst/>
          </a:prstGeom>
        </p:spPr>
      </p:pic>
      <p:pic>
        <p:nvPicPr>
          <p:cNvPr id="11" name="図 10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8BD00D42-19E5-7A79-636C-41432E97E5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14110" y="406689"/>
            <a:ext cx="6858000" cy="6858000"/>
          </a:xfrm>
          <a:prstGeom prst="rect">
            <a:avLst/>
          </a:prstGeom>
        </p:spPr>
      </p:pic>
      <p:pic>
        <p:nvPicPr>
          <p:cNvPr id="13" name="図 12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3C00344B-D93F-4D8F-7887-028BD76C778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4196" y="3822411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674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C23BBA-9254-B4DF-AD01-CF9C649B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2FA 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B3D91521-20EB-1DFB-61B5-565F654F18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419100" y="810491"/>
            <a:ext cx="6858000" cy="6858000"/>
          </a:xfrm>
          <a:prstGeom prst="rect">
            <a:avLst/>
          </a:prstGeom>
        </p:spPr>
      </p:pic>
      <p:pic>
        <p:nvPicPr>
          <p:cNvPr id="8" name="図 7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B4AF6A1F-EB7C-BAB1-954F-3EB90CFFA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95800" y="810491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80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F0C75E-6CED-BA8D-C444-F4CC43D6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Profile Editing</a:t>
            </a:r>
            <a:endParaRPr kumimoji="1" lang="ja-JP" altLang="en-US"/>
          </a:p>
        </p:txBody>
      </p:sp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7BAB6D25-B853-AB72-0C81-697FB208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4" t="11871" r="4947" b="9536"/>
          <a:stretch/>
        </p:blipFill>
        <p:spPr>
          <a:xfrm>
            <a:off x="935182" y="1526021"/>
            <a:ext cx="7219733" cy="496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12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C7E11D-2AFC-2DCB-47CA-68C55681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Account Security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テキスト, アプリケーション, メール&#10;&#10;自動的に生成された説明">
            <a:extLst>
              <a:ext uri="{FF2B5EF4-FFF2-40B4-BE49-F238E27FC236}">
                <a16:creationId xmlns:a16="http://schemas.microsoft.com/office/drawing/2014/main" id="{C226022D-8E16-BC68-0863-2C6C406BB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7" y="1465119"/>
            <a:ext cx="7772400" cy="514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15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F4981E-D1AC-A6AA-AEF6-4D56ED746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Agreement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テキスト, アプリケーション, Web サイト&#10;&#10;自動的に生成された説明">
            <a:extLst>
              <a:ext uri="{FF2B5EF4-FFF2-40B4-BE49-F238E27FC236}">
                <a16:creationId xmlns:a16="http://schemas.microsoft.com/office/drawing/2014/main" id="{911B9838-9E76-E0DB-92CF-D5AFF946A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5900"/>
            <a:ext cx="7772400" cy="5143229"/>
          </a:xfrm>
          <a:prstGeom prst="rect">
            <a:avLst/>
          </a:prstGeom>
        </p:spPr>
      </p:pic>
      <p:pic>
        <p:nvPicPr>
          <p:cNvPr id="8" name="図 7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56F0B745-E13C-78C4-7A1B-93DD21FFF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96000" y="628514"/>
            <a:ext cx="6858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4D03EC7-FEC0-85AC-88B6-1844A539BD59}"/>
              </a:ext>
            </a:extLst>
          </p:cNvPr>
          <p:cNvSpPr/>
          <p:nvPr/>
        </p:nvSpPr>
        <p:spPr>
          <a:xfrm>
            <a:off x="2346462" y="2619429"/>
            <a:ext cx="2430684" cy="2692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1316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9F314A-BA3E-FA73-5E20-47899BC5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Account Deletion</a:t>
            </a:r>
            <a:endParaRPr kumimoji="1" lang="ja-JP" altLang="en-US"/>
          </a:p>
        </p:txBody>
      </p:sp>
      <p:pic>
        <p:nvPicPr>
          <p:cNvPr id="3" name="図 2" descr="グラフィカル ユーザー インターフェイス, テキスト, アプリケーション, Web サイト&#10;&#10;自動的に生成された説明">
            <a:extLst>
              <a:ext uri="{FF2B5EF4-FFF2-40B4-BE49-F238E27FC236}">
                <a16:creationId xmlns:a16="http://schemas.microsoft.com/office/drawing/2014/main" id="{CE3CEAEA-39D3-A806-E7A2-D559EB824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5900"/>
            <a:ext cx="7772400" cy="5143229"/>
          </a:xfrm>
          <a:prstGeom prst="rect">
            <a:avLst/>
          </a:prstGeom>
        </p:spPr>
      </p:pic>
      <p:pic>
        <p:nvPicPr>
          <p:cNvPr id="5" name="図 4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82C980CC-F73E-554A-9D09-02B4753E5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38900" y="-561109"/>
            <a:ext cx="6858000" cy="6858000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C1DC9EA1-AC6A-AE85-AD02-E0156360BF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6164" y="3429000"/>
            <a:ext cx="6858000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6DD9786-3B9B-D923-3774-B9B1A14A2938}"/>
              </a:ext>
            </a:extLst>
          </p:cNvPr>
          <p:cNvSpPr/>
          <p:nvPr/>
        </p:nvSpPr>
        <p:spPr>
          <a:xfrm>
            <a:off x="5078086" y="4936601"/>
            <a:ext cx="1821478" cy="3315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125B15B-C823-C6C9-EEA0-BAC4AB75C816}"/>
              </a:ext>
            </a:extLst>
          </p:cNvPr>
          <p:cNvSpPr/>
          <p:nvPr/>
        </p:nvSpPr>
        <p:spPr>
          <a:xfrm>
            <a:off x="10103822" y="3188356"/>
            <a:ext cx="1821478" cy="4484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646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26</Words>
  <Application>Microsoft Macintosh PowerPoint</Application>
  <PresentationFormat>ワイド画面</PresentationFormat>
  <Paragraphs>11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UI Design 全ページ15</vt:lpstr>
      <vt:lpstr>New Account Creation </vt:lpstr>
      <vt:lpstr>New Account Creation – social login</vt:lpstr>
      <vt:lpstr>Password Resetting</vt:lpstr>
      <vt:lpstr>2FA </vt:lpstr>
      <vt:lpstr>Profile Editing</vt:lpstr>
      <vt:lpstr>Account Security</vt:lpstr>
      <vt:lpstr>Agreement</vt:lpstr>
      <vt:lpstr>Account Deletion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Miumiu 喻</dc:creator>
  <cp:lastModifiedBy>Miumiu 喻</cp:lastModifiedBy>
  <cp:revision>2</cp:revision>
  <dcterms:created xsi:type="dcterms:W3CDTF">2025-06-19T08:58:36Z</dcterms:created>
  <dcterms:modified xsi:type="dcterms:W3CDTF">2025-06-19T09:30:24Z</dcterms:modified>
</cp:coreProperties>
</file>